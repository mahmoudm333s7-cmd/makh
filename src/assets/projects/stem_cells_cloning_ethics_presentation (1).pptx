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Stem Cells: Definition and Characteristics</a:t>
            </a:r>
          </a:p>
        </p:txBody>
      </p:sp>
      <p:sp>
        <p:nvSpPr>
          <p:cNvPr id="3" name="Content Placeholder 2"/>
          <p:cNvSpPr>
            <a:spLocks noGrp="1"/>
          </p:cNvSpPr>
          <p:nvPr>
            <p:ph idx="1"/>
          </p:nvPr>
        </p:nvSpPr>
        <p:spPr/>
        <p:txBody>
          <a:bodyPr/>
          <a:lstStyle/>
          <a:p>
            <a:r>
              <a:t>Stem cells are unique biological cells that have the ability to develop into many different types of specialized cells in the body. They are considered the basic building blocks of tissues and organs. One of their most important characteristics is self-renewal, which means they can divide and produce more stem cells for long periods of time. Another important property is differentiation, which allows them to transform into specialized cells such as muscle cells, nerve cells, or blood cells. Because of these abilities, stem cells play a crucial role in growth, development, and tissue repair throughout life.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Stem Cells</a:t>
            </a:r>
          </a:p>
        </p:txBody>
      </p:sp>
      <p:sp>
        <p:nvSpPr>
          <p:cNvPr id="3" name="Content Placeholder 2"/>
          <p:cNvSpPr>
            <a:spLocks noGrp="1"/>
          </p:cNvSpPr>
          <p:nvPr>
            <p:ph idx="1"/>
          </p:nvPr>
        </p:nvSpPr>
        <p:spPr/>
        <p:txBody>
          <a:bodyPr/>
          <a:lstStyle/>
          <a:p>
            <a:r>
              <a:t>Stem cells can be classified into several types based on their origin and potential. Embryonic stem cells are obtained from early-stage embryos and have the ability to develop into almost any type of cell in the human body. Adult stem cells, also known as somatic stem cells, are found in tissues such as bone marrow, skin, and the brain, and they help maintain and repair the tissue in which they are found. Another important type is induced pluripotent stem cells (iPSCs), which are adult cells that scientists genetically reprogram to behave like embryonic stem cells.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Medical Applications of Stem Cells</a:t>
            </a:r>
          </a:p>
        </p:txBody>
      </p:sp>
      <p:sp>
        <p:nvSpPr>
          <p:cNvPr id="3" name="Content Placeholder 2"/>
          <p:cNvSpPr>
            <a:spLocks noGrp="1"/>
          </p:cNvSpPr>
          <p:nvPr>
            <p:ph idx="1"/>
          </p:nvPr>
        </p:nvSpPr>
        <p:spPr/>
        <p:txBody>
          <a:bodyPr/>
          <a:lstStyle/>
          <a:p>
            <a:r>
              <a:t>Stem cells have many important applications in modern medicine. They are already used in treatments such as bone marrow transplantation, which helps patients with leukemia and other blood disorders. Researchers are studying their use to regenerate damaged tissues in conditions such as spinal cord injuries, heart disease, diabetes, and neurodegenerative diseases like Parkinson’s and Alzheimer’s. Stem cells are also important tools for studying human development and testing new drugs.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Ethical Issues in Stem Cell Research</a:t>
            </a:r>
          </a:p>
        </p:txBody>
      </p:sp>
      <p:sp>
        <p:nvSpPr>
          <p:cNvPr id="3" name="Content Placeholder 2"/>
          <p:cNvSpPr>
            <a:spLocks noGrp="1"/>
          </p:cNvSpPr>
          <p:nvPr>
            <p:ph idx="1"/>
          </p:nvPr>
        </p:nvSpPr>
        <p:spPr/>
        <p:txBody>
          <a:bodyPr/>
          <a:lstStyle/>
          <a:p>
            <a:r>
              <a:t>Despite their medical potential, stem cell research raises significant ethical concerns. The main ethical debate focuses on embryonic stem cells, which are obtained from human embryos created during in vitro fertilization (IVF). Extracting these cells often destroys the embryo, which raises questions about the moral status of the embryo. Some people believe that human life begins at conception and that destroying embryos for research is morally unacceptable.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Arguments Supporting Stem Cell Research</a:t>
            </a:r>
          </a:p>
        </p:txBody>
      </p:sp>
      <p:sp>
        <p:nvSpPr>
          <p:cNvPr id="3" name="Content Placeholder 2"/>
          <p:cNvSpPr>
            <a:spLocks noGrp="1"/>
          </p:cNvSpPr>
          <p:nvPr>
            <p:ph idx="1"/>
          </p:nvPr>
        </p:nvSpPr>
        <p:spPr/>
        <p:txBody>
          <a:bodyPr/>
          <a:lstStyle/>
          <a:p>
            <a:r>
              <a:t>Supporters of stem cell research argue that it has the potential to save millions of lives by providing treatments or cures for serious diseases. Scientific progress and medical innovation are essential for improving human health. Many also point out that embryos used in research are often leftover from fertility treatments and would otherwise be discarded. In this view, using them for research that could benefit society is ethically acceptable.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Arguments Against Stem Cell Research</a:t>
            </a:r>
          </a:p>
        </p:txBody>
      </p:sp>
      <p:sp>
        <p:nvSpPr>
          <p:cNvPr id="3" name="Content Placeholder 2"/>
          <p:cNvSpPr>
            <a:spLocks noGrp="1"/>
          </p:cNvSpPr>
          <p:nvPr>
            <p:ph idx="1"/>
          </p:nvPr>
        </p:nvSpPr>
        <p:spPr/>
        <p:txBody>
          <a:bodyPr/>
          <a:lstStyle/>
          <a:p>
            <a:r>
              <a:t>Opponents argue that destroying embryos is morally wrong because embryos represent potential human life. Many religious and ethical traditions believe that life begins at fertilization and therefore embryos deserve moral protection. Critics are also concerned about the commercialization of human life and the possibility that embryos might be created specifically for research purposes.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Cloning: Definition and Scientific Background</a:t>
            </a:r>
          </a:p>
        </p:txBody>
      </p:sp>
      <p:sp>
        <p:nvSpPr>
          <p:cNvPr id="3" name="Content Placeholder 2"/>
          <p:cNvSpPr>
            <a:spLocks noGrp="1"/>
          </p:cNvSpPr>
          <p:nvPr>
            <p:ph idx="1"/>
          </p:nvPr>
        </p:nvSpPr>
        <p:spPr/>
        <p:txBody>
          <a:bodyPr/>
          <a:lstStyle/>
          <a:p>
            <a:r>
              <a:t>Cloning is the process of producing genetically identical copies of cells, genes, or entire organisms. This can occur naturally, as in the case of identical twins, or artificially through laboratory techniques. One famous example is Dolly the sheep, the first mammal cloned from an adult cell in 1996. Cloning typically involves transferring the nucleus of a donor cell into an egg cell whose nucleus has been removed.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Cloning</a:t>
            </a:r>
          </a:p>
        </p:txBody>
      </p:sp>
      <p:sp>
        <p:nvSpPr>
          <p:cNvPr id="3" name="Content Placeholder 2"/>
          <p:cNvSpPr>
            <a:spLocks noGrp="1"/>
          </p:cNvSpPr>
          <p:nvPr>
            <p:ph idx="1"/>
          </p:nvPr>
        </p:nvSpPr>
        <p:spPr/>
        <p:txBody>
          <a:bodyPr/>
          <a:lstStyle/>
          <a:p>
            <a:r>
              <a:t>There are several types of cloning used in science and medicine. Reproductive cloning aims to create a complete organism genetically identical to another organism. Therapeutic cloning is used to create embryos in order to produce stem cells that can be used to treat diseases. Gene cloning involves copying specific genes for research, medical treatments, or biotechnology applications.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Ethical Concerns Related to Cloning</a:t>
            </a:r>
          </a:p>
        </p:txBody>
      </p:sp>
      <p:sp>
        <p:nvSpPr>
          <p:cNvPr id="3" name="Content Placeholder 2"/>
          <p:cNvSpPr>
            <a:spLocks noGrp="1"/>
          </p:cNvSpPr>
          <p:nvPr>
            <p:ph idx="1"/>
          </p:nvPr>
        </p:nvSpPr>
        <p:spPr/>
        <p:txBody>
          <a:bodyPr/>
          <a:lstStyle/>
          <a:p>
            <a:r>
              <a:t>Cloning raises many ethical and social concerns. One major concern is the possibility of human cloning, which raises questions about identity, individuality, and human dignity. There are also safety concerns because cloned animals sometimes experience health problems and genetic abnormalities. Ethical debates also focus on the potential misuse of cloning technology.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Ethical Regulation and Future Perspectives</a:t>
            </a:r>
          </a:p>
        </p:txBody>
      </p:sp>
      <p:sp>
        <p:nvSpPr>
          <p:cNvPr id="3" name="Content Placeholder 2"/>
          <p:cNvSpPr>
            <a:spLocks noGrp="1"/>
          </p:cNvSpPr>
          <p:nvPr>
            <p:ph idx="1"/>
          </p:nvPr>
        </p:nvSpPr>
        <p:spPr/>
        <p:txBody>
          <a:bodyPr/>
          <a:lstStyle/>
          <a:p>
            <a:r>
              <a:t>As biotechnology continues to advance, it is important to balance scientific progress with ethical responsibility. Governments and scientific organizations have developed laws and ethical guidelines to regulate research involving stem cells and cloning. Ethical review boards evaluate research proposals to ensure that they follow appropriate ethical standards. Responsible research can help improve human health while respecting moral and social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